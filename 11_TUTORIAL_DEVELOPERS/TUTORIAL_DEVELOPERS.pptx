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ASYNCUA | Category: FACTORY_MANUFACTURING</a:t>
            </a:r>
          </a:p>
          <a:p>
            <a:r>
              <a:rPr sz="1400"/>
              <a:t>Upstream: https://github.com/opcua-asyncio/asyncua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ASYNCUA.</a:t>
            </a:r>
          </a:p>
          <a:p>
            <a:r>
              <a:rPr sz="1400"/>
              <a:t>OPC-UA industrial protocol client/server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ASYNCUA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